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F72206-A54B-43D2-B600-0C44D900A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A307A4-BA2E-4206-974B-6E8CE976E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B2C3E4-1EC8-4803-9152-E2EB462E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D8A121-B646-4942-AB5C-D8D09062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40A8F7-99AF-4F1C-8D55-C1AF441FE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795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BEEC1E-4224-47F7-AF0E-F1A39392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673895-ADA0-48E7-B0F6-7CD235E18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2BEFBD-94C0-4BB8-A90C-7137078A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21EDE-EF18-4567-8104-1CFECEFF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EBFAC0-737E-419A-A4EB-03A8015A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17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23DF74-C996-425B-9BD3-62771015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A3F29D-712C-4CA7-870C-07876D694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3962C6-A94F-4691-B83B-0D9DFB462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D98DF7-6E67-411D-9A4E-5F4A7F23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410119-033E-408F-A788-6BE312FB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77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A7DF7-BAE8-4277-817E-D425021F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1100F0-0089-4F3B-A5EC-5D16A0AB4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73E6F9-C099-4962-A83A-B25C48D7F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29F7E4-E54E-48BC-A437-C7DC82CA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EE3F73-EC10-4AE8-B533-A2600A74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F46D4F-BD2D-4B98-B139-D1CD4200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885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6663FF-6B45-46C4-9216-3BFD6C09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1FC291-1C69-4B2F-9911-353519C72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EB0D17-85D9-4EF8-A2D6-A62F4BCA9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2B65B4-1F1E-4E65-B3F2-02CFC0E9A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E9FE5D-7592-4657-B495-5D15EB9C0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ACEC3A3-C99D-4EFB-8CBC-691AB274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202D343-7EAA-4C95-99A6-F39A71F4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F05BFAE-0A6C-4628-83A7-1753B014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2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052361-3CCD-46B1-9F21-4E35AB8C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6DBF6C-05C2-4ADA-BF17-DD77ADF8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3722130-A238-4432-9903-555EE06B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784BCA-2CEF-4612-B540-B7C9BD50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74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D816C9-A084-4C1B-937E-E18B7497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453B84C-70C7-4A9B-9260-86181A7F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70A7E7-585C-4F43-BBD4-80BD2326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61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F3B12-0793-48A3-96B0-170BF6B2E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858C19-747D-448E-A5D2-1BDBA6B2E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7FD078-2736-4BFD-9DCF-7EFF23224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AC1EB8-0D70-47E8-A3CC-F63926B4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37F472-0248-4720-ABA4-08C64319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8F4332-24BA-4887-8D31-B3AFC825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881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6E3DC-B4DD-4AA6-80AE-B53F0954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17B3910-C751-46F5-8AF1-46971B823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D26842-612B-4DC2-BDF9-B567FE86C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FC8342-CA5D-4AEE-9EB4-32CD5D1C1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61106A-9066-4DC3-8787-D52466D42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979358-5341-4FA3-AF24-F896F059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216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FE8CA-B7A7-43F4-B95C-1A1A2FE0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812CA2-2457-4398-B37B-3A7110B7A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F89FD8-6842-466F-AF65-43D66147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595F99-76DC-47D5-B682-3AFF087B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3DB7B3-F41F-4858-8EA0-C39D98D6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93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8C43A39-8359-4D39-8321-CF6008A5B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337BA6-00B5-4A05-970E-0E685306F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5D3B17-E67A-40BD-9411-C81C691FF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7F099A-A1C3-417E-B908-305818D1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6835CC-1A02-4102-BBB3-110321CD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66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C5C4D64-DF97-4EA4-8B34-D627A27CB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23EAB5-F0E5-4AA8-A058-A3AB05FD8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6E78C1-95BF-4E59-8FE4-AF88CD748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DCC6E-4884-4893-A1F8-9E46C4FC389E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98F8CC-F05A-41E6-B9B7-52AE47329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103979-BB4A-40ED-AFFC-66FA13D51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BEB93-D1B0-4A34-A22A-B3F940EF82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A86057C-5D02-4749-B0C5-A5D38B755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77" y="562062"/>
            <a:ext cx="10555185" cy="569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54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HEYL Eva</dc:creator>
  <cp:lastModifiedBy>HEYL Eva</cp:lastModifiedBy>
  <cp:revision>2</cp:revision>
  <dcterms:created xsi:type="dcterms:W3CDTF">2026-08-31T19:15:49Z</dcterms:created>
  <dcterms:modified xsi:type="dcterms:W3CDTF">2026-08-31T19:38:11Z</dcterms:modified>
</cp:coreProperties>
</file>